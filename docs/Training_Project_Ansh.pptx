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4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4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3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4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2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9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9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4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1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01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3795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97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3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89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28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2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26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4233"/>
            <a:ext cx="8192729" cy="12749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 Project : </a:t>
            </a:r>
            <a:br>
              <a:rPr lang="en-IN"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Search Automation using Selenium</a:t>
            </a:r>
            <a:endParaRPr sz="4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98839"/>
            <a:ext cx="7829549" cy="305783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Automation Testing Project on </a:t>
            </a:r>
            <a:r>
              <a:rPr sz="20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ZingBus</a:t>
            </a: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(https://www.zingbus.com/)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 Stack: </a:t>
            </a: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Java, Selenium, Cucumber, TestNG, Maven, POM, Extent Reports</a:t>
            </a:r>
          </a:p>
          <a:p>
            <a:pPr algn="just">
              <a:lnSpc>
                <a:spcPct val="100000"/>
              </a:lnSpc>
            </a:pPr>
            <a:endParaRPr lang="en-IN"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</a:pPr>
            <a:endParaRPr lang="en-IN"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sz="2000"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Developed By: </a:t>
            </a:r>
            <a:r>
              <a:rPr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Ansh Choudhary</a:t>
            </a:r>
          </a:p>
          <a:p>
            <a:pPr algn="just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Graduate Engineer Trainee (GET) – </a:t>
            </a:r>
            <a:r>
              <a:rPr sz="20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Coforge</a:t>
            </a:r>
            <a:endParaRPr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Objective:</a:t>
            </a:r>
          </a:p>
          <a:p>
            <a:pPr marL="0" indent="0">
              <a:buNone/>
              <a:defRPr sz="2000"/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Automate the bus search workflow on </a:t>
            </a:r>
            <a:r>
              <a:rPr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ZingBus</a:t>
            </a: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IN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2000"/>
            </a:pPr>
            <a:endParaRPr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2000"/>
            </a:pPr>
            <a:r>
              <a:rPr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Scenario:</a:t>
            </a:r>
          </a:p>
          <a:p>
            <a:pPr lvl="1"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Open website</a:t>
            </a:r>
          </a:p>
          <a:p>
            <a:pPr marL="342900" lvl="1" indent="0">
              <a:buNone/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Select Delhi → Jaipur</a:t>
            </a:r>
          </a:p>
          <a:p>
            <a:pPr marL="342900" lvl="1" indent="0">
              <a:buNone/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Select date</a:t>
            </a:r>
          </a:p>
          <a:p>
            <a:pPr marL="342900" lvl="1" indent="0">
              <a:buNone/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Search buses</a:t>
            </a:r>
          </a:p>
          <a:p>
            <a:pPr marL="342900" lvl="1" indent="0">
              <a:buNone/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Apply Cheapest Fare filter</a:t>
            </a:r>
          </a:p>
          <a:p>
            <a:pPr marL="342900" lvl="1" indent="0">
              <a:buNone/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Validate results</a:t>
            </a:r>
            <a:endParaRPr lang="en-IN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1" indent="0">
              <a:buNone/>
              <a:defRPr sz="2000"/>
            </a:pPr>
            <a:endParaRPr dirty="0">
              <a:solidFill>
                <a:schemeClr val="accent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2000"/>
            </a:pPr>
            <a:r>
              <a:rPr dirty="0">
                <a:solidFill>
                  <a:schemeClr val="accent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Expected Result:</a:t>
            </a:r>
          </a:p>
          <a:p>
            <a:pPr marL="0" indent="0">
              <a:buNone/>
              <a:defRPr sz="2000"/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Relevant buses are displayed successfully.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690689"/>
            <a:ext cx="6706694" cy="3969332"/>
          </a:xfrm>
        </p:spPr>
        <p:txBody>
          <a:bodyPr>
            <a:noAutofit/>
          </a:bodyPr>
          <a:lstStyle/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Test Runner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 File (BDD)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Definitions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 Object Model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Selenium WebDriver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ZingBus</a:t>
            </a: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Website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↓</a:t>
            </a:r>
          </a:p>
          <a:p>
            <a:pPr marL="0" indent="0" algn="ctr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Extent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defRPr sz="2000"/>
            </a:pPr>
            <a:r>
              <a:rPr lang="en-IN"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 algn="just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Cucumber BDD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Business-readable test scenarios using Gherkin syntax. </a:t>
            </a:r>
          </a:p>
          <a:p>
            <a:pPr marL="342900" lvl="1" indent="0" algn="just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 Object Model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Separates page elements from test logic. 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Improves code maintainability and reusability. </a:t>
            </a:r>
          </a:p>
          <a:p>
            <a:pPr marL="342900" lvl="1" indent="0" algn="just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TestNG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Executes test cases and manages test lifecycle. </a:t>
            </a:r>
          </a:p>
          <a:p>
            <a:pPr marL="342900" lvl="1" indent="0" algn="just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Maven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Handles project dependencies and build management. </a:t>
            </a:r>
          </a:p>
          <a:p>
            <a:pPr marL="342900" lvl="1" indent="0" algn="just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Extent Reports</a:t>
            </a:r>
          </a:p>
          <a:p>
            <a:pPr lvl="1" algn="just"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Generates detailed execution reports with pass/fail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Structure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999" y="1587679"/>
            <a:ext cx="2748775" cy="4380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Features: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Reusable POM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Explicit Waits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Maven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Logs and Reports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Parallel Execution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Cross-Browser</a:t>
            </a:r>
            <a:endParaRPr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A2663-CF56-B49C-44B9-572D3BD1D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81" y="1587680"/>
            <a:ext cx="3244645" cy="448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sz="2000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Execution Results:</a:t>
            </a:r>
          </a:p>
          <a:p>
            <a:pPr lvl="1"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Search completed</a:t>
            </a:r>
          </a:p>
          <a:p>
            <a:pPr lvl="1"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Cheapest filter applied</a:t>
            </a:r>
          </a:p>
          <a:p>
            <a:pPr lvl="1">
              <a:defRPr sz="2000"/>
            </a:pPr>
            <a:r>
              <a:rPr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Results validated</a:t>
            </a:r>
          </a:p>
          <a:p>
            <a:pPr>
              <a:defRPr sz="2000"/>
            </a:pPr>
            <a:endParaRPr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2000"/>
            </a:pPr>
            <a:r>
              <a:rPr sz="2000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Learning:</a:t>
            </a:r>
          </a:p>
          <a:p>
            <a:pPr>
              <a:defRPr sz="2000"/>
            </a:pPr>
            <a:r>
              <a:rPr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Java, Selenium, XPath, Cucumber, TestNG, Maven, GitHub</a:t>
            </a:r>
          </a:p>
          <a:p>
            <a:pPr marL="0" indent="0">
              <a:buNone/>
              <a:defRPr sz="2000"/>
            </a:pPr>
            <a:endParaRPr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 sz="2000"/>
            </a:pPr>
            <a:endParaRPr lang="en-IN" sz="20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  <a:defRPr sz="2000"/>
            </a:pPr>
            <a:r>
              <a:rPr sz="2000" dirty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GitHub:</a:t>
            </a:r>
          </a:p>
          <a:p>
            <a:pPr marL="0" indent="0">
              <a:buNone/>
              <a:defRPr sz="2000"/>
            </a:pPr>
            <a:r>
              <a:rPr sz="18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https://github.com/ansh6537/Project_Training_Coforge_June_2026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31</TotalTime>
  <Words>249</Words>
  <Application>Microsoft Office PowerPoint</Application>
  <PresentationFormat>On-screen Show (4:3)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Corbel</vt:lpstr>
      <vt:lpstr>Depth</vt:lpstr>
      <vt:lpstr>Training  Project :  Bus Search Automation using Selenium</vt:lpstr>
      <vt:lpstr>Project Overview</vt:lpstr>
      <vt:lpstr>Framework Architecture</vt:lpstr>
      <vt:lpstr>Framework Components</vt:lpstr>
      <vt:lpstr>Project Structure &amp; Features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CHOUDHARY</cp:lastModifiedBy>
  <cp:revision>3</cp:revision>
  <dcterms:created xsi:type="dcterms:W3CDTF">2013-01-27T09:14:16Z</dcterms:created>
  <dcterms:modified xsi:type="dcterms:W3CDTF">2026-06-26T06:21:32Z</dcterms:modified>
  <cp:category/>
</cp:coreProperties>
</file>